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o4Z2m6gsehJ1l/XEplqOMQBfC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Ju3465/Analyse-e-commerce-2023-vs-2024-thelook_ecommer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569975" y="2857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204E87"/>
                </a:solidFill>
              </a:rPr>
              <a:t>ANALYSE E-COMMERCE 2023-2024</a:t>
            </a:r>
            <a:endParaRPr b="1">
              <a:solidFill>
                <a:srgbClr val="204E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204E87"/>
                </a:solidFill>
              </a:rPr>
              <a:t>TheLook Europe – France × Women</a:t>
            </a:r>
            <a:endParaRPr b="1">
              <a:solidFill>
                <a:srgbClr val="204E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b="1">
              <a:solidFill>
                <a:srgbClr val="204E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445"/>
              <a:buFont typeface="Arial"/>
              <a:buNone/>
            </a:pPr>
            <a:r>
              <a:rPr b="1" lang="en-US" sz="3288">
                <a:solidFill>
                  <a:srgbClr val="204E87"/>
                </a:solidFill>
              </a:rPr>
              <a:t>Julian Vignal - DATAGONG – Février 2026</a:t>
            </a:r>
            <a:endParaRPr b="1" sz="3288">
              <a:solidFill>
                <a:srgbClr val="204E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ct val="63636"/>
              <a:buFont typeface="Calibri"/>
              <a:buNone/>
            </a:pPr>
            <a:r>
              <a:t/>
            </a:r>
            <a:endParaRPr b="1">
              <a:solidFill>
                <a:srgbClr val="204E87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Contexte &amp; Mission</a:t>
            </a:r>
            <a:endParaRPr sz="3900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33367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1600"/>
              <a:t>• Rôle : Data Analyst chez TheLook Europe</a:t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1600"/>
              <a:t>• Mission : Comparer performance 2023 vs 2024</a:t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1600"/>
              <a:t>• Périmètre : France × Département Women</a:t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1600"/>
              <a:t>• Période : 01/01/2023–31/12/2024</a:t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2" name="Google Shape;92;p2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Approche en 3 étapes</a:t>
            </a:r>
            <a:endParaRPr sz="3900"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457200" y="13746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1. EDA Python</a:t>
            </a:r>
            <a:endParaRPr b="0" sz="18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   - Exploration, qualité, KPI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   - CSV fourni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2. Validation SQL (BigQuery)</a:t>
            </a:r>
            <a:endParaRPr b="0" sz="18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   - Recoupement source de vérité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   - Reconstruction périmètre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3. Dashboard Power BI</a:t>
            </a:r>
            <a:endParaRPr b="0" sz="18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   - Visualisation interactive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   - Recommandations actionnables · Women · 01/01/2023 – 31/12/202</a:t>
            </a:r>
            <a:r>
              <a:rPr lang="en-US" sz="1600"/>
              <a:t>4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Structure du catalogue</a:t>
            </a:r>
            <a:endParaRPr sz="3900"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457200" y="1343922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Prix de vente : Moyenne 57,02 € / Médiane 38,00 €</a:t>
            </a:r>
            <a:endParaRPr b="0" sz="16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Coûts : Moyenne 27,46 € / Médiane 18,23 €</a:t>
            </a:r>
            <a:endParaRPr b="0" sz="16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Insight : Longue traîne avec produits premiu</a:t>
            </a:r>
            <a:r>
              <a:rPr lang="en-US" sz="1600"/>
              <a:t>m</a:t>
            </a:r>
            <a:endParaRPr/>
          </a:p>
        </p:txBody>
      </p:sp>
      <p:pic>
        <p:nvPicPr>
          <p:cNvPr id="106" name="Google Shape;106;p4" title="Capture d'écran 2026-02-06 1931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075" y="3595681"/>
            <a:ext cx="7667849" cy="2683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Concentration limitée du CA</a:t>
            </a:r>
            <a:endParaRPr sz="3900"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7200" y="126191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The North Face leader (1 211 €)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Mais 42 marques pour 50% du CA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Insight : Résilience mais pilotage fin nécessair</a:t>
            </a:r>
            <a:r>
              <a:rPr lang="en-US" sz="1600"/>
              <a:t>e</a:t>
            </a:r>
            <a:endParaRPr/>
          </a:p>
        </p:txBody>
      </p:sp>
      <p:pic>
        <p:nvPicPr>
          <p:cNvPr id="114" name="Google Shape;114;p5" title="Capture d'écran 2026-02-06 184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075" y="3471059"/>
            <a:ext cx="7175774" cy="26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Croissance portée par le volume</a:t>
            </a:r>
            <a:endParaRPr sz="3900"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457200" y="124141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</a:t>
            </a:r>
            <a:r>
              <a:rPr b="0" lang="en-US" sz="1600"/>
              <a:t>CA 2024 : +100,1% vs 2023</a:t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Marge brute : +103,1%</a:t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Panier moyen : +1,9% (stable)</a:t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Volume commandes : croissance forte</a:t>
            </a:r>
            <a:endParaRPr/>
          </a:p>
        </p:txBody>
      </p:sp>
      <p:pic>
        <p:nvPicPr>
          <p:cNvPr id="122" name="Google Shape;122;p6" title="Capture d'écran 2026-02-06 1839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650" y="2887025"/>
            <a:ext cx="5535601" cy="36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Dashboard Power BI – KPI clés</a:t>
            </a:r>
            <a:endParaRPr sz="3900"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457200" y="124141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CA réalisé : 14,14 k€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600"/>
              <a:t>• Marge réalisée : 7,41 k€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600"/>
              <a:t>• Taux de retour : 24,69%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Taux de ré-achat : 2,52%</a:t>
            </a:r>
            <a:endParaRPr/>
          </a:p>
        </p:txBody>
      </p:sp>
      <p:pic>
        <p:nvPicPr>
          <p:cNvPr id="130" name="Google Shape;130;p7" title="Capture d'écran 2026-02-06 1840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850" y="2814075"/>
            <a:ext cx="7165501" cy="39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Compromis marge vs taux de retour</a:t>
            </a:r>
            <a:endParaRPr sz="3900"/>
          </a:p>
        </p:txBody>
      </p:sp>
      <p:sp>
        <p:nvSpPr>
          <p:cNvPr id="137" name="Google Shape;137;p8"/>
          <p:cNvSpPr txBox="1"/>
          <p:nvPr>
            <p:ph idx="1" type="body"/>
          </p:nvPr>
        </p:nvSpPr>
        <p:spPr>
          <a:xfrm>
            <a:off x="457200" y="124141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Outerwear &amp; Coats : Forte marge, retour élevé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600"/>
              <a:t>• Swim : Même tendance → optimisation nécessaire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600"/>
              <a:t>• Intimates : Bon équilibre → à développer</a:t>
            </a:r>
            <a:endParaRPr b="0" sz="16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8" title="Capture d'écran 2026-02-06 1839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525" y="2627950"/>
            <a:ext cx="6147500" cy="408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3 axes d'action prioritaires</a:t>
            </a:r>
            <a:endParaRPr sz="3900"/>
          </a:p>
        </p:txBody>
      </p:sp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457200" y="124141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1. Réduire les re</a:t>
            </a:r>
            <a:r>
              <a:rPr lang="en-US" sz="1800"/>
              <a:t>t</a:t>
            </a:r>
            <a:r>
              <a:rPr b="0" lang="en-US" sz="1800"/>
              <a:t>ours sur catégories à fort enjeu</a:t>
            </a:r>
            <a:endParaRPr b="0" sz="18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600"/>
              <a:t>   - Guides taille, photos 360° (Swim, Outerwear)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800"/>
              <a:t>2. Développer la fidélisation</a:t>
            </a:r>
            <a:endParaRPr b="0" sz="18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600"/>
              <a:t>   - CRM post-achat, cross-sell (Intimates)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800"/>
              <a:t>3. Cibler villes à fort potentiel</a:t>
            </a:r>
            <a:endParaRPr b="0" sz="18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   - Campagnes localisées (Nice, Grenoble)</a:t>
            </a:r>
            <a:endParaRPr b="0" sz="16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Améliorations possibles</a:t>
            </a:r>
            <a:endParaRPr sz="3900"/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457200" y="124141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/>
              <a:t>Limites :</a:t>
            </a:r>
            <a:endParaRPr b="0" sz="18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Données pédagogiques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600"/>
              <a:t>• Historique client partiel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800"/>
              <a:t>Perspectives :</a:t>
            </a:r>
            <a:endParaRPr b="0" sz="18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Étendre à Men/Kids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Données externes (météo)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Automatisation reporting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4E87"/>
              </a:buClr>
              <a:buSzPts val="2800"/>
              <a:buFont typeface="Calibri"/>
              <a:buNone/>
            </a:pPr>
            <a:r>
              <a:rPr b="1" lang="en-US" sz="3900">
                <a:solidFill>
                  <a:srgbClr val="204E87"/>
                </a:solidFill>
              </a:rPr>
              <a:t>Merci de votre attention</a:t>
            </a:r>
            <a:endParaRPr sz="3900"/>
          </a:p>
        </p:txBody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457200" y="124141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0" lIns="457200" spcFirstLastPara="1" rIns="457200" wrap="square" tIns="365750">
            <a:normAutofit/>
          </a:bodyPr>
          <a:lstStyle/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GitHub :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Analyse-e-commerce-2023-vs-2024-thelook_ecommerce/notebooks/tests_checks_coherence.ipynb at main · Ju3465/Analyse-e-commerce-2023-vs-2024-thelook_ecommerce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Dashboard disponible sur demande</a:t>
            </a:r>
            <a:endParaRPr b="0"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/>
              <a:t>• Questions ?</a:t>
            </a:r>
            <a:endParaRPr/>
          </a:p>
        </p:txBody>
      </p:sp>
      <p:sp>
        <p:nvSpPr>
          <p:cNvPr id="160" name="Google Shape;160;p11"/>
          <p:cNvSpPr txBox="1"/>
          <p:nvPr/>
        </p:nvSpPr>
        <p:spPr>
          <a:xfrm>
            <a:off x="6724800" y="6591600"/>
            <a:ext cx="2419200" cy="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11/11 • ANALYSE E-COMMERCE 2023-2024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